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B43EF-A74C-4C28-B9CA-AADCD11B749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54F009F-5D0C-4A0F-AE2B-C20DED56BEC6}">
      <dgm:prSet/>
      <dgm:spPr/>
      <dgm:t>
        <a:bodyPr/>
        <a:lstStyle/>
        <a:p>
          <a:r>
            <a:rPr lang="fr-FR"/>
            <a:t>Le projet et notre perception de celui-ci </a:t>
          </a:r>
          <a:endParaRPr lang="en-US"/>
        </a:p>
      </dgm:t>
    </dgm:pt>
    <dgm:pt modelId="{78542C56-0C28-478A-B06F-85D0401A22C4}" type="parTrans" cxnId="{08D7FA99-0E3E-4AC6-A066-619D4C5181B9}">
      <dgm:prSet/>
      <dgm:spPr/>
      <dgm:t>
        <a:bodyPr/>
        <a:lstStyle/>
        <a:p>
          <a:endParaRPr lang="en-US"/>
        </a:p>
      </dgm:t>
    </dgm:pt>
    <dgm:pt modelId="{348AC960-BBB8-44FE-8842-BA9279EE6E83}" type="sibTrans" cxnId="{08D7FA99-0E3E-4AC6-A066-619D4C5181B9}">
      <dgm:prSet/>
      <dgm:spPr/>
      <dgm:t>
        <a:bodyPr/>
        <a:lstStyle/>
        <a:p>
          <a:endParaRPr lang="en-US"/>
        </a:p>
      </dgm:t>
    </dgm:pt>
    <dgm:pt modelId="{43890505-2BB8-4AC2-A887-04D8E03A299C}">
      <dgm:prSet/>
      <dgm:spPr/>
      <dgm:t>
        <a:bodyPr/>
        <a:lstStyle/>
        <a:p>
          <a:r>
            <a:rPr lang="fr-FR" dirty="0"/>
            <a:t>L’innovation qu’on aimerait apporter</a:t>
          </a:r>
          <a:endParaRPr lang="en-US" dirty="0"/>
        </a:p>
      </dgm:t>
    </dgm:pt>
    <dgm:pt modelId="{6F6B4115-738A-4E6D-8636-9DFC6C3DA654}" type="parTrans" cxnId="{8FA4ED16-AFE6-40E6-8377-5302546BB894}">
      <dgm:prSet/>
      <dgm:spPr/>
      <dgm:t>
        <a:bodyPr/>
        <a:lstStyle/>
        <a:p>
          <a:endParaRPr lang="en-US"/>
        </a:p>
      </dgm:t>
    </dgm:pt>
    <dgm:pt modelId="{4FF36FAC-A543-4305-87FD-305530E75190}" type="sibTrans" cxnId="{8FA4ED16-AFE6-40E6-8377-5302546BB894}">
      <dgm:prSet/>
      <dgm:spPr/>
      <dgm:t>
        <a:bodyPr/>
        <a:lstStyle/>
        <a:p>
          <a:endParaRPr lang="en-US"/>
        </a:p>
      </dgm:t>
    </dgm:pt>
    <dgm:pt modelId="{D541E031-9A44-4B8B-9063-093F4477B04B}">
      <dgm:prSet/>
      <dgm:spPr/>
      <dgm:t>
        <a:bodyPr/>
        <a:lstStyle/>
        <a:p>
          <a:r>
            <a:rPr lang="fr-FR"/>
            <a:t>Notre manière de travailler</a:t>
          </a:r>
          <a:endParaRPr lang="en-US"/>
        </a:p>
      </dgm:t>
    </dgm:pt>
    <dgm:pt modelId="{28C21014-7BD9-4797-9B6C-46368DBAC801}" type="parTrans" cxnId="{DF9AF53B-A891-4462-992D-369FF8CDBBD2}">
      <dgm:prSet/>
      <dgm:spPr/>
      <dgm:t>
        <a:bodyPr/>
        <a:lstStyle/>
        <a:p>
          <a:endParaRPr lang="en-US"/>
        </a:p>
      </dgm:t>
    </dgm:pt>
    <dgm:pt modelId="{51150C6C-1D23-4FC9-A1CE-1E56950B1D78}" type="sibTrans" cxnId="{DF9AF53B-A891-4462-992D-369FF8CDBBD2}">
      <dgm:prSet/>
      <dgm:spPr/>
      <dgm:t>
        <a:bodyPr/>
        <a:lstStyle/>
        <a:p>
          <a:endParaRPr lang="en-US"/>
        </a:p>
      </dgm:t>
    </dgm:pt>
    <dgm:pt modelId="{493417A0-398C-4593-8874-08DD2A6B20F3}">
      <dgm:prSet/>
      <dgm:spPr/>
      <dgm:t>
        <a:bodyPr/>
        <a:lstStyle/>
        <a:p>
          <a:r>
            <a:rPr lang="fr-FR"/>
            <a:t>Les diagrammes et problématiques</a:t>
          </a:r>
          <a:endParaRPr lang="en-US"/>
        </a:p>
      </dgm:t>
    </dgm:pt>
    <dgm:pt modelId="{90B3D386-CA29-419E-B727-7ED4E180C650}" type="parTrans" cxnId="{0BF4F7E8-113E-470B-944E-7CC3B0392E45}">
      <dgm:prSet/>
      <dgm:spPr/>
      <dgm:t>
        <a:bodyPr/>
        <a:lstStyle/>
        <a:p>
          <a:endParaRPr lang="en-US"/>
        </a:p>
      </dgm:t>
    </dgm:pt>
    <dgm:pt modelId="{3A16DA89-4EF6-45BC-BBF5-F9B04BFF0273}" type="sibTrans" cxnId="{0BF4F7E8-113E-470B-944E-7CC3B0392E45}">
      <dgm:prSet/>
      <dgm:spPr/>
      <dgm:t>
        <a:bodyPr/>
        <a:lstStyle/>
        <a:p>
          <a:endParaRPr lang="en-US"/>
        </a:p>
      </dgm:t>
    </dgm:pt>
    <dgm:pt modelId="{547E451A-CCAA-4BA0-B088-8A10FF8FA57F}">
      <dgm:prSet/>
      <dgm:spPr/>
      <dgm:t>
        <a:bodyPr/>
        <a:lstStyle/>
        <a:p>
          <a:r>
            <a:rPr lang="fr-FR" dirty="0" err="1"/>
            <a:t>Tinkercad</a:t>
          </a:r>
          <a:endParaRPr lang="en-US" dirty="0"/>
        </a:p>
      </dgm:t>
    </dgm:pt>
    <dgm:pt modelId="{12F4C02B-1721-482D-8DAD-182F55A6A931}" type="parTrans" cxnId="{95084D64-01E8-4115-B16D-B3D2AA4B3CDD}">
      <dgm:prSet/>
      <dgm:spPr/>
      <dgm:t>
        <a:bodyPr/>
        <a:lstStyle/>
        <a:p>
          <a:endParaRPr lang="en-US"/>
        </a:p>
      </dgm:t>
    </dgm:pt>
    <dgm:pt modelId="{F1BBC39D-6A00-426D-9887-4A78DB8C0EEE}" type="sibTrans" cxnId="{95084D64-01E8-4115-B16D-B3D2AA4B3CDD}">
      <dgm:prSet/>
      <dgm:spPr/>
      <dgm:t>
        <a:bodyPr/>
        <a:lstStyle/>
        <a:p>
          <a:endParaRPr lang="en-US"/>
        </a:p>
      </dgm:t>
    </dgm:pt>
    <dgm:pt modelId="{D56E62B7-76D0-440B-AB34-ED9C67D58345}">
      <dgm:prSet/>
      <dgm:spPr/>
      <dgm:t>
        <a:bodyPr/>
        <a:lstStyle/>
        <a:p>
          <a:r>
            <a:rPr lang="fr-FR" dirty="0"/>
            <a:t>Conception 3D</a:t>
          </a:r>
          <a:endParaRPr lang="en-US" dirty="0"/>
        </a:p>
      </dgm:t>
    </dgm:pt>
    <dgm:pt modelId="{D7552BA4-67CB-45B3-9AA1-04D0DBC34F95}" type="parTrans" cxnId="{D3ABDAE9-A3E9-4A05-A6B5-7F2559D7C9AE}">
      <dgm:prSet/>
      <dgm:spPr/>
      <dgm:t>
        <a:bodyPr/>
        <a:lstStyle/>
        <a:p>
          <a:endParaRPr lang="en-US"/>
        </a:p>
      </dgm:t>
    </dgm:pt>
    <dgm:pt modelId="{2A008B36-9529-4351-A2D0-07E0EEBE1425}" type="sibTrans" cxnId="{D3ABDAE9-A3E9-4A05-A6B5-7F2559D7C9AE}">
      <dgm:prSet/>
      <dgm:spPr/>
      <dgm:t>
        <a:bodyPr/>
        <a:lstStyle/>
        <a:p>
          <a:endParaRPr lang="en-US"/>
        </a:p>
      </dgm:t>
    </dgm:pt>
    <dgm:pt modelId="{2AB88FA5-5456-4466-95EF-C2839223C679}">
      <dgm:prSet/>
      <dgm:spPr/>
      <dgm:t>
        <a:bodyPr/>
        <a:lstStyle/>
        <a:p>
          <a:r>
            <a:rPr lang="fr-FR"/>
            <a:t>Conclusion </a:t>
          </a:r>
          <a:endParaRPr lang="en-US"/>
        </a:p>
      </dgm:t>
    </dgm:pt>
    <dgm:pt modelId="{319428FD-B8C8-4F84-9909-784FC3B4182C}" type="parTrans" cxnId="{A2993654-0CAC-4F3D-9FF4-8CC9F70AFF2C}">
      <dgm:prSet/>
      <dgm:spPr/>
      <dgm:t>
        <a:bodyPr/>
        <a:lstStyle/>
        <a:p>
          <a:endParaRPr lang="en-US"/>
        </a:p>
      </dgm:t>
    </dgm:pt>
    <dgm:pt modelId="{6F4D2BF3-E330-4522-BC14-AF89750E6B29}" type="sibTrans" cxnId="{A2993654-0CAC-4F3D-9FF4-8CC9F70AFF2C}">
      <dgm:prSet/>
      <dgm:spPr/>
      <dgm:t>
        <a:bodyPr/>
        <a:lstStyle/>
        <a:p>
          <a:endParaRPr lang="en-US"/>
        </a:p>
      </dgm:t>
    </dgm:pt>
    <dgm:pt modelId="{5DB0B95A-C4E4-4D52-8BB5-52356BEE5C12}">
      <dgm:prSet/>
      <dgm:spPr/>
      <dgm:t>
        <a:bodyPr/>
        <a:lstStyle/>
        <a:p>
          <a:r>
            <a:rPr lang="fr-FR" dirty="0"/>
            <a:t>Contraintes imposées</a:t>
          </a:r>
        </a:p>
      </dgm:t>
    </dgm:pt>
    <dgm:pt modelId="{EFF306A3-8E2A-426C-B556-D75C3ED53C8F}" type="parTrans" cxnId="{694E2EDA-6A52-4D58-8335-453930FF5864}">
      <dgm:prSet/>
      <dgm:spPr/>
    </dgm:pt>
    <dgm:pt modelId="{7B37C0E5-3F6C-4021-97A8-73BD9B76D670}" type="sibTrans" cxnId="{694E2EDA-6A52-4D58-8335-453930FF5864}">
      <dgm:prSet/>
      <dgm:spPr/>
    </dgm:pt>
    <dgm:pt modelId="{5A7ADEBC-447C-4199-AF3E-AF472B59BBAD}">
      <dgm:prSet/>
      <dgm:spPr/>
      <dgm:t>
        <a:bodyPr/>
        <a:lstStyle/>
        <a:p>
          <a:r>
            <a:rPr lang="fr-FR" dirty="0"/>
            <a:t>Fiche Technique</a:t>
          </a:r>
        </a:p>
      </dgm:t>
    </dgm:pt>
    <dgm:pt modelId="{445C11FB-7C0F-441D-957D-54833C42C0D4}" type="parTrans" cxnId="{1DBB166E-F042-46F8-9C1F-98E9F85D9624}">
      <dgm:prSet/>
      <dgm:spPr/>
    </dgm:pt>
    <dgm:pt modelId="{7BD45559-DD1D-40E3-A331-C93B9FDCA719}" type="sibTrans" cxnId="{1DBB166E-F042-46F8-9C1F-98E9F85D9624}">
      <dgm:prSet/>
      <dgm:spPr/>
    </dgm:pt>
    <dgm:pt modelId="{0F463F4F-8626-4116-994F-74CF9631F9B2}" type="pres">
      <dgm:prSet presAssocID="{357B43EF-A74C-4C28-B9CA-AADCD11B7493}" presName="linear" presStyleCnt="0">
        <dgm:presLayoutVars>
          <dgm:animLvl val="lvl"/>
          <dgm:resizeHandles val="exact"/>
        </dgm:presLayoutVars>
      </dgm:prSet>
      <dgm:spPr/>
    </dgm:pt>
    <dgm:pt modelId="{3D9287D7-057F-4797-BA5E-7E68163ADA82}" type="pres">
      <dgm:prSet presAssocID="{854F009F-5D0C-4A0F-AE2B-C20DED56BEC6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0DBAB296-98DE-42CD-90DD-FEF49BAED296}" type="pres">
      <dgm:prSet presAssocID="{348AC960-BBB8-44FE-8842-BA9279EE6E83}" presName="spacer" presStyleCnt="0"/>
      <dgm:spPr/>
    </dgm:pt>
    <dgm:pt modelId="{6F6E5E8A-B421-4E3A-9071-EB03976E8AF2}" type="pres">
      <dgm:prSet presAssocID="{43890505-2BB8-4AC2-A887-04D8E03A299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89A59E1-0F63-49A3-97F2-7FB6BED872F8}" type="pres">
      <dgm:prSet presAssocID="{4FF36FAC-A543-4305-87FD-305530E75190}" presName="spacer" presStyleCnt="0"/>
      <dgm:spPr/>
    </dgm:pt>
    <dgm:pt modelId="{5268D3A6-95A8-4F41-B296-3CCE6EF538D7}" type="pres">
      <dgm:prSet presAssocID="{5DB0B95A-C4E4-4D52-8BB5-52356BEE5C1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EAEEE93-D21F-460F-A677-09FDEE9B2378}" type="pres">
      <dgm:prSet presAssocID="{7B37C0E5-3F6C-4021-97A8-73BD9B76D670}" presName="spacer" presStyleCnt="0"/>
      <dgm:spPr/>
    </dgm:pt>
    <dgm:pt modelId="{1CC8B649-898F-4689-9EC4-48B898E00CBB}" type="pres">
      <dgm:prSet presAssocID="{5A7ADEBC-447C-4199-AF3E-AF472B59BBAD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2287F6B4-F368-4B0B-BA8E-FB2FC130B48D}" type="pres">
      <dgm:prSet presAssocID="{7BD45559-DD1D-40E3-A331-C93B9FDCA719}" presName="spacer" presStyleCnt="0"/>
      <dgm:spPr/>
    </dgm:pt>
    <dgm:pt modelId="{920B08C9-8801-47F6-9FA2-1EE0FDEEEAD1}" type="pres">
      <dgm:prSet presAssocID="{D541E031-9A44-4B8B-9063-093F4477B04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0AC957E-AA34-4DF8-B6AA-0E26B20BC074}" type="pres">
      <dgm:prSet presAssocID="{51150C6C-1D23-4FC9-A1CE-1E56950B1D78}" presName="spacer" presStyleCnt="0"/>
      <dgm:spPr/>
    </dgm:pt>
    <dgm:pt modelId="{B7A452DA-B778-43CF-9A21-B37C80C5067D}" type="pres">
      <dgm:prSet presAssocID="{493417A0-398C-4593-8874-08DD2A6B20F3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780A3EF7-7A84-4937-810F-F50524109BD2}" type="pres">
      <dgm:prSet presAssocID="{3A16DA89-4EF6-45BC-BBF5-F9B04BFF0273}" presName="spacer" presStyleCnt="0"/>
      <dgm:spPr/>
    </dgm:pt>
    <dgm:pt modelId="{68E84B1B-F38F-4A87-B4D9-D87335648619}" type="pres">
      <dgm:prSet presAssocID="{547E451A-CCAA-4BA0-B088-8A10FF8FA57F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AD226949-0019-4562-BAD2-C4CB6FDDD709}" type="pres">
      <dgm:prSet presAssocID="{F1BBC39D-6A00-426D-9887-4A78DB8C0EEE}" presName="spacer" presStyleCnt="0"/>
      <dgm:spPr/>
    </dgm:pt>
    <dgm:pt modelId="{3872CBB4-BFD1-4667-ADC6-5A48D4DE4C85}" type="pres">
      <dgm:prSet presAssocID="{D56E62B7-76D0-440B-AB34-ED9C67D5834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0DC2FE9-157E-4A2E-8B1F-27ED10822818}" type="pres">
      <dgm:prSet presAssocID="{2A008B36-9529-4351-A2D0-07E0EEBE1425}" presName="spacer" presStyleCnt="0"/>
      <dgm:spPr/>
    </dgm:pt>
    <dgm:pt modelId="{59A04EB7-B5D9-416D-B821-CE7429C03DF9}" type="pres">
      <dgm:prSet presAssocID="{2AB88FA5-5456-4466-95EF-C2839223C679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FDEB7502-32F1-43A8-A90D-52968EDDD9E5}" type="presOf" srcId="{D56E62B7-76D0-440B-AB34-ED9C67D58345}" destId="{3872CBB4-BFD1-4667-ADC6-5A48D4DE4C85}" srcOrd="0" destOrd="0" presId="urn:microsoft.com/office/officeart/2005/8/layout/vList2"/>
    <dgm:cxn modelId="{B5428B09-393F-4BF7-9BD9-DBFA72BA97B4}" type="presOf" srcId="{547E451A-CCAA-4BA0-B088-8A10FF8FA57F}" destId="{68E84B1B-F38F-4A87-B4D9-D87335648619}" srcOrd="0" destOrd="0" presId="urn:microsoft.com/office/officeart/2005/8/layout/vList2"/>
    <dgm:cxn modelId="{5E867912-F575-47F0-8E4E-4CEE7500C6BB}" type="presOf" srcId="{5DB0B95A-C4E4-4D52-8BB5-52356BEE5C12}" destId="{5268D3A6-95A8-4F41-B296-3CCE6EF538D7}" srcOrd="0" destOrd="0" presId="urn:microsoft.com/office/officeart/2005/8/layout/vList2"/>
    <dgm:cxn modelId="{8FA4ED16-AFE6-40E6-8377-5302546BB894}" srcId="{357B43EF-A74C-4C28-B9CA-AADCD11B7493}" destId="{43890505-2BB8-4AC2-A887-04D8E03A299C}" srcOrd="1" destOrd="0" parTransId="{6F6B4115-738A-4E6D-8636-9DFC6C3DA654}" sibTransId="{4FF36FAC-A543-4305-87FD-305530E75190}"/>
    <dgm:cxn modelId="{F26DC533-4C36-4CF9-B503-594D20F46F47}" type="presOf" srcId="{D541E031-9A44-4B8B-9063-093F4477B04B}" destId="{920B08C9-8801-47F6-9FA2-1EE0FDEEEAD1}" srcOrd="0" destOrd="0" presId="urn:microsoft.com/office/officeart/2005/8/layout/vList2"/>
    <dgm:cxn modelId="{DF9AF53B-A891-4462-992D-369FF8CDBBD2}" srcId="{357B43EF-A74C-4C28-B9CA-AADCD11B7493}" destId="{D541E031-9A44-4B8B-9063-093F4477B04B}" srcOrd="4" destOrd="0" parTransId="{28C21014-7BD9-4797-9B6C-46368DBAC801}" sibTransId="{51150C6C-1D23-4FC9-A1CE-1E56950B1D78}"/>
    <dgm:cxn modelId="{95084D64-01E8-4115-B16D-B3D2AA4B3CDD}" srcId="{357B43EF-A74C-4C28-B9CA-AADCD11B7493}" destId="{547E451A-CCAA-4BA0-B088-8A10FF8FA57F}" srcOrd="6" destOrd="0" parTransId="{12F4C02B-1721-482D-8DAD-182F55A6A931}" sibTransId="{F1BBC39D-6A00-426D-9887-4A78DB8C0EEE}"/>
    <dgm:cxn modelId="{DAD30B6C-54BE-486D-9C5B-6E47A479FF09}" type="presOf" srcId="{43890505-2BB8-4AC2-A887-04D8E03A299C}" destId="{6F6E5E8A-B421-4E3A-9071-EB03976E8AF2}" srcOrd="0" destOrd="0" presId="urn:microsoft.com/office/officeart/2005/8/layout/vList2"/>
    <dgm:cxn modelId="{1DBB166E-F042-46F8-9C1F-98E9F85D9624}" srcId="{357B43EF-A74C-4C28-B9CA-AADCD11B7493}" destId="{5A7ADEBC-447C-4199-AF3E-AF472B59BBAD}" srcOrd="3" destOrd="0" parTransId="{445C11FB-7C0F-441D-957D-54833C42C0D4}" sibTransId="{7BD45559-DD1D-40E3-A331-C93B9FDCA719}"/>
    <dgm:cxn modelId="{A2993654-0CAC-4F3D-9FF4-8CC9F70AFF2C}" srcId="{357B43EF-A74C-4C28-B9CA-AADCD11B7493}" destId="{2AB88FA5-5456-4466-95EF-C2839223C679}" srcOrd="8" destOrd="0" parTransId="{319428FD-B8C8-4F84-9909-784FC3B4182C}" sibTransId="{6F4D2BF3-E330-4522-BC14-AF89750E6B29}"/>
    <dgm:cxn modelId="{D9436179-9BD1-412A-8B45-EADC5D37044B}" type="presOf" srcId="{2AB88FA5-5456-4466-95EF-C2839223C679}" destId="{59A04EB7-B5D9-416D-B821-CE7429C03DF9}" srcOrd="0" destOrd="0" presId="urn:microsoft.com/office/officeart/2005/8/layout/vList2"/>
    <dgm:cxn modelId="{220CE15A-2A0A-4F68-B677-7C41E5574D11}" type="presOf" srcId="{357B43EF-A74C-4C28-B9CA-AADCD11B7493}" destId="{0F463F4F-8626-4116-994F-74CF9631F9B2}" srcOrd="0" destOrd="0" presId="urn:microsoft.com/office/officeart/2005/8/layout/vList2"/>
    <dgm:cxn modelId="{AD959099-B4A7-474B-B0E5-32DB4202D555}" type="presOf" srcId="{854F009F-5D0C-4A0F-AE2B-C20DED56BEC6}" destId="{3D9287D7-057F-4797-BA5E-7E68163ADA82}" srcOrd="0" destOrd="0" presId="urn:microsoft.com/office/officeart/2005/8/layout/vList2"/>
    <dgm:cxn modelId="{08D7FA99-0E3E-4AC6-A066-619D4C5181B9}" srcId="{357B43EF-A74C-4C28-B9CA-AADCD11B7493}" destId="{854F009F-5D0C-4A0F-AE2B-C20DED56BEC6}" srcOrd="0" destOrd="0" parTransId="{78542C56-0C28-478A-B06F-85D0401A22C4}" sibTransId="{348AC960-BBB8-44FE-8842-BA9279EE6E83}"/>
    <dgm:cxn modelId="{28B13FBC-31FD-4ED6-80FF-D35A00D6EA22}" type="presOf" srcId="{493417A0-398C-4593-8874-08DD2A6B20F3}" destId="{B7A452DA-B778-43CF-9A21-B37C80C5067D}" srcOrd="0" destOrd="0" presId="urn:microsoft.com/office/officeart/2005/8/layout/vList2"/>
    <dgm:cxn modelId="{943F32CB-8939-4AB2-9C60-24C498FB840F}" type="presOf" srcId="{5A7ADEBC-447C-4199-AF3E-AF472B59BBAD}" destId="{1CC8B649-898F-4689-9EC4-48B898E00CBB}" srcOrd="0" destOrd="0" presId="urn:microsoft.com/office/officeart/2005/8/layout/vList2"/>
    <dgm:cxn modelId="{694E2EDA-6A52-4D58-8335-453930FF5864}" srcId="{357B43EF-A74C-4C28-B9CA-AADCD11B7493}" destId="{5DB0B95A-C4E4-4D52-8BB5-52356BEE5C12}" srcOrd="2" destOrd="0" parTransId="{EFF306A3-8E2A-426C-B556-D75C3ED53C8F}" sibTransId="{7B37C0E5-3F6C-4021-97A8-73BD9B76D670}"/>
    <dgm:cxn modelId="{0BF4F7E8-113E-470B-944E-7CC3B0392E45}" srcId="{357B43EF-A74C-4C28-B9CA-AADCD11B7493}" destId="{493417A0-398C-4593-8874-08DD2A6B20F3}" srcOrd="5" destOrd="0" parTransId="{90B3D386-CA29-419E-B727-7ED4E180C650}" sibTransId="{3A16DA89-4EF6-45BC-BBF5-F9B04BFF0273}"/>
    <dgm:cxn modelId="{D3ABDAE9-A3E9-4A05-A6B5-7F2559D7C9AE}" srcId="{357B43EF-A74C-4C28-B9CA-AADCD11B7493}" destId="{D56E62B7-76D0-440B-AB34-ED9C67D58345}" srcOrd="7" destOrd="0" parTransId="{D7552BA4-67CB-45B3-9AA1-04D0DBC34F95}" sibTransId="{2A008B36-9529-4351-A2D0-07E0EEBE1425}"/>
    <dgm:cxn modelId="{5BA09DA9-1659-48C0-BC92-699D8C9BCAF0}" type="presParOf" srcId="{0F463F4F-8626-4116-994F-74CF9631F9B2}" destId="{3D9287D7-057F-4797-BA5E-7E68163ADA82}" srcOrd="0" destOrd="0" presId="urn:microsoft.com/office/officeart/2005/8/layout/vList2"/>
    <dgm:cxn modelId="{4575668A-AA41-4C66-A185-B853DB1E500A}" type="presParOf" srcId="{0F463F4F-8626-4116-994F-74CF9631F9B2}" destId="{0DBAB296-98DE-42CD-90DD-FEF49BAED296}" srcOrd="1" destOrd="0" presId="urn:microsoft.com/office/officeart/2005/8/layout/vList2"/>
    <dgm:cxn modelId="{CC4CEAF8-A9B6-4329-AE00-8E01BA9819A1}" type="presParOf" srcId="{0F463F4F-8626-4116-994F-74CF9631F9B2}" destId="{6F6E5E8A-B421-4E3A-9071-EB03976E8AF2}" srcOrd="2" destOrd="0" presId="urn:microsoft.com/office/officeart/2005/8/layout/vList2"/>
    <dgm:cxn modelId="{40E4C900-C919-4861-A415-8A59C5018EEA}" type="presParOf" srcId="{0F463F4F-8626-4116-994F-74CF9631F9B2}" destId="{189A59E1-0F63-49A3-97F2-7FB6BED872F8}" srcOrd="3" destOrd="0" presId="urn:microsoft.com/office/officeart/2005/8/layout/vList2"/>
    <dgm:cxn modelId="{A6506C04-E44A-4702-B762-7EEDC75C2745}" type="presParOf" srcId="{0F463F4F-8626-4116-994F-74CF9631F9B2}" destId="{5268D3A6-95A8-4F41-B296-3CCE6EF538D7}" srcOrd="4" destOrd="0" presId="urn:microsoft.com/office/officeart/2005/8/layout/vList2"/>
    <dgm:cxn modelId="{6DB9387A-3194-49C7-82F0-55E693B5672F}" type="presParOf" srcId="{0F463F4F-8626-4116-994F-74CF9631F9B2}" destId="{0EAEEE93-D21F-460F-A677-09FDEE9B2378}" srcOrd="5" destOrd="0" presId="urn:microsoft.com/office/officeart/2005/8/layout/vList2"/>
    <dgm:cxn modelId="{0843014C-732C-44B0-B849-B92A4680E237}" type="presParOf" srcId="{0F463F4F-8626-4116-994F-74CF9631F9B2}" destId="{1CC8B649-898F-4689-9EC4-48B898E00CBB}" srcOrd="6" destOrd="0" presId="urn:microsoft.com/office/officeart/2005/8/layout/vList2"/>
    <dgm:cxn modelId="{6394FBB2-71E8-406C-A0B8-A0B34E1BE488}" type="presParOf" srcId="{0F463F4F-8626-4116-994F-74CF9631F9B2}" destId="{2287F6B4-F368-4B0B-BA8E-FB2FC130B48D}" srcOrd="7" destOrd="0" presId="urn:microsoft.com/office/officeart/2005/8/layout/vList2"/>
    <dgm:cxn modelId="{D40BF69D-69BF-4A05-BA89-5FB0789CA2B4}" type="presParOf" srcId="{0F463F4F-8626-4116-994F-74CF9631F9B2}" destId="{920B08C9-8801-47F6-9FA2-1EE0FDEEEAD1}" srcOrd="8" destOrd="0" presId="urn:microsoft.com/office/officeart/2005/8/layout/vList2"/>
    <dgm:cxn modelId="{D0B4C6BF-E9D8-478F-87DB-B641DE6D7215}" type="presParOf" srcId="{0F463F4F-8626-4116-994F-74CF9631F9B2}" destId="{E0AC957E-AA34-4DF8-B6AA-0E26B20BC074}" srcOrd="9" destOrd="0" presId="urn:microsoft.com/office/officeart/2005/8/layout/vList2"/>
    <dgm:cxn modelId="{D295A6B9-86FC-43BD-953F-CA551478AF74}" type="presParOf" srcId="{0F463F4F-8626-4116-994F-74CF9631F9B2}" destId="{B7A452DA-B778-43CF-9A21-B37C80C5067D}" srcOrd="10" destOrd="0" presId="urn:microsoft.com/office/officeart/2005/8/layout/vList2"/>
    <dgm:cxn modelId="{1A2304EC-13C0-4413-B78F-51E4632E7FB4}" type="presParOf" srcId="{0F463F4F-8626-4116-994F-74CF9631F9B2}" destId="{780A3EF7-7A84-4937-810F-F50524109BD2}" srcOrd="11" destOrd="0" presId="urn:microsoft.com/office/officeart/2005/8/layout/vList2"/>
    <dgm:cxn modelId="{4CCFFE05-17FB-4D85-B469-8C24EB60425E}" type="presParOf" srcId="{0F463F4F-8626-4116-994F-74CF9631F9B2}" destId="{68E84B1B-F38F-4A87-B4D9-D87335648619}" srcOrd="12" destOrd="0" presId="urn:microsoft.com/office/officeart/2005/8/layout/vList2"/>
    <dgm:cxn modelId="{BE68FB8D-0DA7-4915-8E08-2BFE2FAE86D5}" type="presParOf" srcId="{0F463F4F-8626-4116-994F-74CF9631F9B2}" destId="{AD226949-0019-4562-BAD2-C4CB6FDDD709}" srcOrd="13" destOrd="0" presId="urn:microsoft.com/office/officeart/2005/8/layout/vList2"/>
    <dgm:cxn modelId="{E3BB5861-D9F4-4886-93CE-163D7EC78878}" type="presParOf" srcId="{0F463F4F-8626-4116-994F-74CF9631F9B2}" destId="{3872CBB4-BFD1-4667-ADC6-5A48D4DE4C85}" srcOrd="14" destOrd="0" presId="urn:microsoft.com/office/officeart/2005/8/layout/vList2"/>
    <dgm:cxn modelId="{02381D92-7A0A-491F-93E3-D9B25230D203}" type="presParOf" srcId="{0F463F4F-8626-4116-994F-74CF9631F9B2}" destId="{A0DC2FE9-157E-4A2E-8B1F-27ED10822818}" srcOrd="15" destOrd="0" presId="urn:microsoft.com/office/officeart/2005/8/layout/vList2"/>
    <dgm:cxn modelId="{2AEDC5B6-13D4-4AAF-9DD9-912EE8003165}" type="presParOf" srcId="{0F463F4F-8626-4116-994F-74CF9631F9B2}" destId="{59A04EB7-B5D9-416D-B821-CE7429C03DF9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287D7-057F-4797-BA5E-7E68163ADA82}">
      <dsp:nvSpPr>
        <dsp:cNvPr id="0" name=""/>
        <dsp:cNvSpPr/>
      </dsp:nvSpPr>
      <dsp:spPr>
        <a:xfrm>
          <a:off x="0" y="26459"/>
          <a:ext cx="6949440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Le projet et notre perception de celui-ci </a:t>
          </a:r>
          <a:endParaRPr lang="en-US" sz="2400" kern="1200"/>
        </a:p>
      </dsp:txBody>
      <dsp:txXfrm>
        <a:off x="28100" y="54559"/>
        <a:ext cx="6893240" cy="519439"/>
      </dsp:txXfrm>
    </dsp:sp>
    <dsp:sp modelId="{6F6E5E8A-B421-4E3A-9071-EB03976E8AF2}">
      <dsp:nvSpPr>
        <dsp:cNvPr id="0" name=""/>
        <dsp:cNvSpPr/>
      </dsp:nvSpPr>
      <dsp:spPr>
        <a:xfrm>
          <a:off x="0" y="671219"/>
          <a:ext cx="6949440" cy="575639"/>
        </a:xfrm>
        <a:prstGeom prst="roundRect">
          <a:avLst/>
        </a:prstGeom>
        <a:solidFill>
          <a:schemeClr val="accent5">
            <a:hueOff val="1139291"/>
            <a:satOff val="-513"/>
            <a:lumOff val="-6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L’innovation qu’on aimerait apporter</a:t>
          </a:r>
          <a:endParaRPr lang="en-US" sz="2400" kern="1200" dirty="0"/>
        </a:p>
      </dsp:txBody>
      <dsp:txXfrm>
        <a:off x="28100" y="699319"/>
        <a:ext cx="6893240" cy="519439"/>
      </dsp:txXfrm>
    </dsp:sp>
    <dsp:sp modelId="{5268D3A6-95A8-4F41-B296-3CCE6EF538D7}">
      <dsp:nvSpPr>
        <dsp:cNvPr id="0" name=""/>
        <dsp:cNvSpPr/>
      </dsp:nvSpPr>
      <dsp:spPr>
        <a:xfrm>
          <a:off x="0" y="1315979"/>
          <a:ext cx="6949440" cy="575639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Contraintes imposées</a:t>
          </a:r>
        </a:p>
      </dsp:txBody>
      <dsp:txXfrm>
        <a:off x="28100" y="1344079"/>
        <a:ext cx="6893240" cy="519439"/>
      </dsp:txXfrm>
    </dsp:sp>
    <dsp:sp modelId="{1CC8B649-898F-4689-9EC4-48B898E00CBB}">
      <dsp:nvSpPr>
        <dsp:cNvPr id="0" name=""/>
        <dsp:cNvSpPr/>
      </dsp:nvSpPr>
      <dsp:spPr>
        <a:xfrm>
          <a:off x="0" y="1960739"/>
          <a:ext cx="6949440" cy="575639"/>
        </a:xfrm>
        <a:prstGeom prst="roundRect">
          <a:avLst/>
        </a:prstGeom>
        <a:solidFill>
          <a:schemeClr val="accent5">
            <a:hueOff val="3417873"/>
            <a:satOff val="-1539"/>
            <a:lumOff val="-19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Fiche Technique</a:t>
          </a:r>
        </a:p>
      </dsp:txBody>
      <dsp:txXfrm>
        <a:off x="28100" y="1988839"/>
        <a:ext cx="6893240" cy="519439"/>
      </dsp:txXfrm>
    </dsp:sp>
    <dsp:sp modelId="{920B08C9-8801-47F6-9FA2-1EE0FDEEEAD1}">
      <dsp:nvSpPr>
        <dsp:cNvPr id="0" name=""/>
        <dsp:cNvSpPr/>
      </dsp:nvSpPr>
      <dsp:spPr>
        <a:xfrm>
          <a:off x="0" y="2605499"/>
          <a:ext cx="6949440" cy="575639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Notre manière de travailler</a:t>
          </a:r>
          <a:endParaRPr lang="en-US" sz="2400" kern="1200"/>
        </a:p>
      </dsp:txBody>
      <dsp:txXfrm>
        <a:off x="28100" y="2633599"/>
        <a:ext cx="6893240" cy="519439"/>
      </dsp:txXfrm>
    </dsp:sp>
    <dsp:sp modelId="{B7A452DA-B778-43CF-9A21-B37C80C5067D}">
      <dsp:nvSpPr>
        <dsp:cNvPr id="0" name=""/>
        <dsp:cNvSpPr/>
      </dsp:nvSpPr>
      <dsp:spPr>
        <a:xfrm>
          <a:off x="0" y="3250259"/>
          <a:ext cx="6949440" cy="575639"/>
        </a:xfrm>
        <a:prstGeom prst="roundRect">
          <a:avLst/>
        </a:prstGeom>
        <a:solidFill>
          <a:schemeClr val="accent5">
            <a:hueOff val="5696455"/>
            <a:satOff val="-2565"/>
            <a:lumOff val="-31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Les diagrammes et problématiques</a:t>
          </a:r>
          <a:endParaRPr lang="en-US" sz="2400" kern="1200"/>
        </a:p>
      </dsp:txBody>
      <dsp:txXfrm>
        <a:off x="28100" y="3278359"/>
        <a:ext cx="6893240" cy="519439"/>
      </dsp:txXfrm>
    </dsp:sp>
    <dsp:sp modelId="{68E84B1B-F38F-4A87-B4D9-D87335648619}">
      <dsp:nvSpPr>
        <dsp:cNvPr id="0" name=""/>
        <dsp:cNvSpPr/>
      </dsp:nvSpPr>
      <dsp:spPr>
        <a:xfrm>
          <a:off x="0" y="3895019"/>
          <a:ext cx="6949440" cy="575639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/>
            <a:t>Tinkercad</a:t>
          </a:r>
          <a:endParaRPr lang="en-US" sz="2400" kern="1200" dirty="0"/>
        </a:p>
      </dsp:txBody>
      <dsp:txXfrm>
        <a:off x="28100" y="3923119"/>
        <a:ext cx="6893240" cy="519439"/>
      </dsp:txXfrm>
    </dsp:sp>
    <dsp:sp modelId="{3872CBB4-BFD1-4667-ADC6-5A48D4DE4C85}">
      <dsp:nvSpPr>
        <dsp:cNvPr id="0" name=""/>
        <dsp:cNvSpPr/>
      </dsp:nvSpPr>
      <dsp:spPr>
        <a:xfrm>
          <a:off x="0" y="4539779"/>
          <a:ext cx="6949440" cy="575639"/>
        </a:xfrm>
        <a:prstGeom prst="roundRect">
          <a:avLst/>
        </a:prstGeom>
        <a:solidFill>
          <a:schemeClr val="accent5">
            <a:hueOff val="7975036"/>
            <a:satOff val="-3591"/>
            <a:lumOff val="-44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Conception 3D</a:t>
          </a:r>
          <a:endParaRPr lang="en-US" sz="2400" kern="1200" dirty="0"/>
        </a:p>
      </dsp:txBody>
      <dsp:txXfrm>
        <a:off x="28100" y="4567879"/>
        <a:ext cx="6893240" cy="519439"/>
      </dsp:txXfrm>
    </dsp:sp>
    <dsp:sp modelId="{59A04EB7-B5D9-416D-B821-CE7429C03DF9}">
      <dsp:nvSpPr>
        <dsp:cNvPr id="0" name=""/>
        <dsp:cNvSpPr/>
      </dsp:nvSpPr>
      <dsp:spPr>
        <a:xfrm>
          <a:off x="0" y="5184538"/>
          <a:ext cx="6949440" cy="575639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Conclusion </a:t>
          </a:r>
          <a:endParaRPr lang="en-US" sz="2400" kern="1200"/>
        </a:p>
      </dsp:txBody>
      <dsp:txXfrm>
        <a:off x="28100" y="5212638"/>
        <a:ext cx="6893240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6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6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1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2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7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3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9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10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4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3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27alexis27/Rover_Project/tree/m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E5A6A-CB70-F0F8-2BF3-97EFAEB626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25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D6D9B80-55EE-C031-3E76-5ED7DE95D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fr-FR" sz="5400">
                <a:solidFill>
                  <a:srgbClr val="FFFFFF"/>
                </a:solidFill>
              </a:rPr>
              <a:t>Rover Télécommandé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8BD57A-9E00-1D9D-8B97-B8073E0FF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fr-FR" sz="2200" dirty="0">
                <a:solidFill>
                  <a:srgbClr val="FFFFFF"/>
                </a:solidFill>
              </a:rPr>
              <a:t>Projet dirigé par Anir, Alexis, Yusuf</a:t>
            </a:r>
          </a:p>
        </p:txBody>
      </p:sp>
    </p:spTree>
    <p:extLst>
      <p:ext uri="{BB962C8B-B14F-4D97-AF65-F5344CB8AC3E}">
        <p14:creationId xmlns:p14="http://schemas.microsoft.com/office/powerpoint/2010/main" val="2841182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85C836-8555-FF9D-4AE0-6A979340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fr-FR" sz="4000"/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E784E89-5CC7-4D43-0914-F94BE8FEC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075135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73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Zone de construction">
            <a:extLst>
              <a:ext uri="{FF2B5EF4-FFF2-40B4-BE49-F238E27FC236}">
                <a16:creationId xmlns:a16="http://schemas.microsoft.com/office/drawing/2014/main" id="{873B0672-6F9D-B8DA-3FE8-40DA1B1C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1" b="100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5397A3-C0DE-96EC-2C56-617376A1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06" y="603315"/>
            <a:ext cx="5649211" cy="36857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100"/>
              <a:t>Le projet et notre appréhension de celui-ci</a:t>
            </a:r>
          </a:p>
        </p:txBody>
      </p:sp>
    </p:spTree>
    <p:extLst>
      <p:ext uri="{BB962C8B-B14F-4D97-AF65-F5344CB8AC3E}">
        <p14:creationId xmlns:p14="http://schemas.microsoft.com/office/powerpoint/2010/main" val="1558347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23B85F9-9CA8-2B5F-4522-0B5D742E7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FF9B95-41A3-60D5-A9B1-46EF3538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2720" y="1293963"/>
            <a:ext cx="4998300" cy="24590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Contraintes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CFA8F63F-BCAD-E094-0A38-CB82E30DA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57" y="336431"/>
            <a:ext cx="4861357" cy="6076698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7F9F33E-5DE5-C968-83C3-B09A297890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E8B055D-DF5B-1C4F-68F6-7D5AE331C9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5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8E554-A81E-1DAD-3029-2E92232C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Fiche Technique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06222E-EF3B-C58A-1BC7-79BAF67E1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Moteur : Moteur à courant continu ( DC )</a:t>
            </a:r>
          </a:p>
          <a:p>
            <a:r>
              <a:rPr lang="fr-FR" dirty="0"/>
              <a:t>Composants électroniques :</a:t>
            </a:r>
          </a:p>
          <a:p>
            <a:pPr lvl="1"/>
            <a:r>
              <a:rPr lang="fr-FR" dirty="0"/>
              <a:t>1 micro </a:t>
            </a:r>
            <a:r>
              <a:rPr lang="fr-FR" dirty="0" err="1"/>
              <a:t>controller</a:t>
            </a:r>
            <a:r>
              <a:rPr lang="fr-FR" dirty="0"/>
              <a:t>, carte de puissance moteur, Batterie </a:t>
            </a:r>
            <a:r>
              <a:rPr lang="fr-FR" dirty="0" err="1"/>
              <a:t>LiPo</a:t>
            </a:r>
            <a:r>
              <a:rPr lang="fr-FR" dirty="0"/>
              <a:t> 2S, 2 à 4 moteurs, capteurs, Matériaux utilisés : </a:t>
            </a:r>
          </a:p>
          <a:p>
            <a:pPr lvl="1"/>
            <a:r>
              <a:rPr lang="fr-FR" dirty="0"/>
              <a:t>Roues : caoutchouc</a:t>
            </a:r>
          </a:p>
          <a:p>
            <a:pPr lvl="1"/>
            <a:r>
              <a:rPr lang="fr-FR" dirty="0"/>
              <a:t>Structure : PETG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fr-FR" dirty="0"/>
              <a:t>Très résistant aux chocs, bonne flexibilité, bonne résistance aux </a:t>
            </a:r>
            <a:r>
              <a:rPr lang="fr-FR" dirty="0" err="1"/>
              <a:t>uvs</a:t>
            </a:r>
            <a:r>
              <a:rPr lang="fr-FR" dirty="0"/>
              <a:t> et humidité, facile à imprimer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fr-FR" dirty="0"/>
              <a:t>Bon support global</a:t>
            </a:r>
          </a:p>
          <a:p>
            <a:pPr marL="457200" lvl="2" indent="0">
              <a:buNone/>
            </a:pPr>
            <a:r>
              <a:rPr lang="fr-FR" dirty="0"/>
              <a:t>Pas le PLA car trop fragile et moins résistant globalement. </a:t>
            </a:r>
          </a:p>
          <a:p>
            <a:pPr marL="457200" lvl="2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674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4DD0CE-E3CA-5CFF-FE31-1FB9640D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L’innovation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6E3729-F457-F290-6CCD-E777142C70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9738" y="1429352"/>
            <a:ext cx="5952523" cy="433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07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FD46F1-FC3C-5670-C802-C13CF987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/>
              <a:t>Github : notre manière de travailler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B4A9CD-3389-C185-9A2C-FB2F03533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809" y="5853241"/>
            <a:ext cx="6572382" cy="558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hlinkClick r:id="rId2" tooltip="https://github.com/27alexis27/Rover_Project/tree/main"/>
              </a:rPr>
              <a:t>https://github.com/27alexis27/Rover_Project/tree/main</a:t>
            </a:r>
            <a:endParaRPr lang="en-US" sz="1900" dirty="0"/>
          </a:p>
        </p:txBody>
      </p:sp>
      <p:pic>
        <p:nvPicPr>
          <p:cNvPr id="7" name="Graphic 6" descr="Gestion de la main-d’œuvre">
            <a:extLst>
              <a:ext uri="{FF2B5EF4-FFF2-40B4-BE49-F238E27FC236}">
                <a16:creationId xmlns:a16="http://schemas.microsoft.com/office/drawing/2014/main" id="{64B7AF1A-6485-7C79-FC78-0BC93D034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Graphiques financiers sur un écran sombre">
            <a:extLst>
              <a:ext uri="{FF2B5EF4-FFF2-40B4-BE49-F238E27FC236}">
                <a16:creationId xmlns:a16="http://schemas.microsoft.com/office/drawing/2014/main" id="{F473AF86-DE8F-1258-F127-64252D65E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6F7617-3A8F-DC30-DC9A-E8569450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1" y="822960"/>
            <a:ext cx="4286054" cy="3474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Les diagrammes et problématiques</a:t>
            </a:r>
          </a:p>
        </p:txBody>
      </p:sp>
    </p:spTree>
    <p:extLst>
      <p:ext uri="{BB962C8B-B14F-4D97-AF65-F5344CB8AC3E}">
        <p14:creationId xmlns:p14="http://schemas.microsoft.com/office/powerpoint/2010/main" val="2464250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2A32B3-B7F5-D1DD-613B-365700A3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Tinkercad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4C408CC-60D0-8AE0-1EBD-4B4111E8A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030" y="1415061"/>
            <a:ext cx="9314752" cy="451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4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2B3E27-D06F-896D-AB69-1674030D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fr-FR" dirty="0"/>
              <a:t>Code :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CE396B-8C5C-7252-254C-82D413D77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136" y="1184939"/>
            <a:ext cx="3552629" cy="592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F986A87-0A70-8ACA-27B3-78C75EE14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683813"/>
            <a:ext cx="5099526" cy="5895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3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C68014-6200-DF7F-EBA5-F9696DCD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fr-FR" dirty="0"/>
              <a:t>Code 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9D2DE31-1975-216D-7F4A-B17817AB0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03" r="2" b="22977"/>
          <a:stretch>
            <a:fillRect/>
          </a:stretch>
        </p:blipFill>
        <p:spPr bwMode="auto">
          <a:xfrm>
            <a:off x="1007328" y="1340114"/>
            <a:ext cx="3706032" cy="531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74874D9-3009-0B94-567F-866C62536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94" r="-2" b="18513"/>
          <a:stretch>
            <a:fillRect/>
          </a:stretch>
        </p:blipFill>
        <p:spPr bwMode="auto">
          <a:xfrm>
            <a:off x="6542048" y="101339"/>
            <a:ext cx="4642624" cy="665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513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C991FF-DEE7-3E33-AA90-860E54F7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OnShape :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6600232-1413-9D86-5A62-9E0146C30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6336" y="2047266"/>
            <a:ext cx="3370021" cy="38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5B14DDC-9F48-749D-FD3D-0AF622C9F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7024" y="2047266"/>
            <a:ext cx="5279010" cy="38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154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8E810B-2268-0576-B4A3-F7F47838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Moteur</a:t>
            </a:r>
            <a:r>
              <a:rPr lang="en-US" sz="4000" dirty="0"/>
              <a:t> </a:t>
            </a:r>
            <a:r>
              <a:rPr lang="en-US" sz="4000" dirty="0" err="1"/>
              <a:t>choisit</a:t>
            </a:r>
            <a:r>
              <a:rPr lang="en-US" sz="4000" dirty="0"/>
              <a:t>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5C82765-5B95-7A21-77B1-CA1874E3DC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4"/>
          <a:stretch>
            <a:fillRect/>
          </a:stretch>
        </p:blipFill>
        <p:spPr bwMode="auto">
          <a:xfrm>
            <a:off x="3267162" y="676565"/>
            <a:ext cx="8414764" cy="550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17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482195-A693-2BD7-DB05-0F2CCC02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dirty="0"/>
              <a:t>Conclusion</a:t>
            </a:r>
            <a:br>
              <a:rPr lang="en-US" sz="3100" dirty="0"/>
            </a:br>
            <a:endParaRPr lang="en-US" sz="3100" dirty="0"/>
          </a:p>
        </p:txBody>
      </p:sp>
      <p:pic>
        <p:nvPicPr>
          <p:cNvPr id="7" name="Graphic 6" descr="Ampoule">
            <a:extLst>
              <a:ext uri="{FF2B5EF4-FFF2-40B4-BE49-F238E27FC236}">
                <a16:creationId xmlns:a16="http://schemas.microsoft.com/office/drawing/2014/main" id="{E841F6E5-5350-6372-6F11-8F56EF6FC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5411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158</Words>
  <Application>Microsoft Office PowerPoint</Application>
  <PresentationFormat>Grand écran</PresentationFormat>
  <Paragraphs>33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Neue Haas Grotesk Text Pro</vt:lpstr>
      <vt:lpstr>Wingdings</vt:lpstr>
      <vt:lpstr>VanillaVTI</vt:lpstr>
      <vt:lpstr>Rover Télécommandé </vt:lpstr>
      <vt:lpstr>Sommaire</vt:lpstr>
      <vt:lpstr>Le projet et notre appréhension de celui-ci</vt:lpstr>
      <vt:lpstr>Contraintes</vt:lpstr>
      <vt:lpstr>Fiche Technique </vt:lpstr>
      <vt:lpstr>L’innovation </vt:lpstr>
      <vt:lpstr>Github : notre manière de travailler </vt:lpstr>
      <vt:lpstr>Les diagrammes et problématiques</vt:lpstr>
      <vt:lpstr>Tinkercad</vt:lpstr>
      <vt:lpstr>Code : </vt:lpstr>
      <vt:lpstr>Code :</vt:lpstr>
      <vt:lpstr>OnShape :</vt:lpstr>
      <vt:lpstr>Moteur choisit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NIMHAOULIN Anir</dc:creator>
  <cp:lastModifiedBy>NIMHAOULIN Anir</cp:lastModifiedBy>
  <cp:revision>1</cp:revision>
  <dcterms:created xsi:type="dcterms:W3CDTF">2026-03-09T16:40:09Z</dcterms:created>
  <dcterms:modified xsi:type="dcterms:W3CDTF">2026-03-09T17:24:54Z</dcterms:modified>
</cp:coreProperties>
</file>